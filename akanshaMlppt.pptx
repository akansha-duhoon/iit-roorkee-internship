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4" r:id="rId6"/>
    <p:sldId id="265" r:id="rId7"/>
    <p:sldId id="268" r:id="rId8"/>
    <p:sldId id="266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3" r:id="rId22"/>
    <p:sldId id="323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8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F099-A944-4C74-87E4-454E78BF7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94177-D56E-4EB9-B4BC-F335857BBD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22DD5-90B4-45C1-A68E-E9169679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7F5F7-CDE3-4027-9599-159CF3F0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BAA34-9FEF-42DA-AEEB-99694706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0993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C1BFF-ED95-4704-A018-63559BDC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B3EA3-B0DC-4E06-8160-9624EDC47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69658-EDA9-4C65-AADC-6CAB9F48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0669B-6999-4E40-AB90-EA96E723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0071B-9E6D-4241-8797-DB30D750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602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9253-5EF9-4207-8D1B-FDD955249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9321-D708-4446-B968-3B994B969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5F70-78B3-45D5-B0B7-EC3E2EB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A8AF0-D57E-47EB-BFDF-2DC88EB9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0021-3D25-4311-8369-E15ECABC1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242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4077-522B-4D8C-A0C3-13F1800A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DC36F-C7A7-45B0-9024-208AD7464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30039-53D3-4589-A08D-A967B88D6D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A3EB8-BF91-4655-A1A5-50618BC8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ADEEF-1820-49AE-9A6E-87E77CC66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AF7A2-CBD5-4939-83CE-3FBD4529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341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5C3D-D1F8-4A63-BF11-2A4A860F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F315E-3CA0-4453-8B89-6A849A8A3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FAF73-E9BF-46C0-AE8A-7F441B45F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F4266-3B27-4C14-9281-11714FF21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E429F0-0FF4-4C9C-9A93-164BA1AB71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CE1DB-3E78-47D0-BB74-99F488DF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E8291-D8BC-4457-A4D7-066D00334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8C465-5B01-457A-881B-D7F5D0789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63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9FDA0-3860-48E8-B711-726ACAF9A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A8989-5909-4DEB-BE82-4E25C8C27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5B9724-216D-4F99-9549-DF1457D9A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DA5FD-EF33-4241-B4E5-A64CDBA6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339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B5854B-58E4-4BEF-91B2-A6A1F957B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62A579-BEE6-491F-9B7F-9A078CE8E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0749D-B114-4D36-B713-9ABDFE39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654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0285D-A07F-4C69-A81E-DC620B50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18215-4E15-4089-ABF0-B6D129FF0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D546F-365D-4447-BCCE-E7D4AC87EE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4B9D6-E5B5-4D07-ABE0-B11F1A4A0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EAFA9-187D-4A44-8AEB-DECBAB66C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83089-BDFF-47EC-BF70-BB139ACB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30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03E4-100C-402A-A9DB-774140BB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EB057-26DD-4527-88CE-95C883927C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BD1D2B-E822-4BB5-93A6-CD2BB40AC4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C0294-92C9-486D-AFC5-84477BF01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2B7C1-419D-42FE-A795-6FF425AFB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FB329-CBAA-4A9B-BFCD-B8E06D64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14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598E8-349E-4A4C-9686-323EE5183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85C4D3-A4ED-4DDF-A7DB-BA94756FC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DCFFC2-B724-4C60-A64E-7E6C67167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925DA-4D22-4A6E-923E-79D78D037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50919-5DFA-4F0C-B3DA-8C10C4650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168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FCEF09-41AF-42F4-9EC8-E0D42E044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8C2C9C-81A6-436F-8ED7-DBBFE4072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8206A-0721-4061-8429-BDF1A256B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19828-B815-4F90-840F-E35EB8ECB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47B9-DCDA-4533-A2B0-16FEFD300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8664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146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97EE7-1F22-4292-9305-E292791AB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6F6E8-F323-459C-8F34-B0BEADF5F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4D988-2887-41D2-8B35-E9B377EDC9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618C6-FE4A-49CD-9B07-EB015AC25C6E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E55C-B97C-426E-9463-354E56968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152C6-93C6-45AA-8136-F8142A1C9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085A3-CC7C-49C4-AAC8-6B2B15FE8C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307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41AFE-D480-4048-B741-7105067A9B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E6F517-8C0F-44B2-9B02-84936BBBDF45}"/>
              </a:ext>
            </a:extLst>
          </p:cNvPr>
          <p:cNvSpPr txBox="1"/>
          <p:nvPr/>
        </p:nvSpPr>
        <p:spPr>
          <a:xfrm>
            <a:off x="4181475" y="1495425"/>
            <a:ext cx="4019550" cy="7048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IN" sz="4000" b="1" dirty="0" u="none" strike="noStrike">
                <a:latin typeface="sans-serif"/>
                <a:solidFill>
                  <a:srgbClr val="000000"/>
                </a:solidFill>
              </a:rPr>
              <a:t>Machine Learning</a:t>
            </a:r>
          </a:p>
          <a:p>
            <a:pPr algn="l"/>
            <a:r>
              <a:rPr lang="en-IN" sz="4000" b="1" dirty="0" u="none" strike="noStrike">
                <a:latin typeface="serif"/>
                <a:solidFill>
                  <a:srgbClr val="000000"/>
                </a:solidFill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477585884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96A41-B5B0-46B2-9432-DECA37671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5514199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C6743D-DE5B-48B2-B78E-FD4C6EC26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4541848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205323-E212-4992-97EC-97429E137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4410252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A802DD-B472-4D52-97CE-DE87249CEA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0476732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A7A137-C805-4D7F-9058-E591F396D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22473200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5C66A5-DAB9-4DD0-875D-1DEC9FA98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7904980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1282C-A275-4B49-BBF4-B8D5EAC9A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859731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3E347-91FD-4310-B04F-38BD87474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9992190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D41BCB-5881-44EC-ABD9-99FFE81D3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5104323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58D60-A355-43A6-AB04-E0B4C0B92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39932163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835DA3-7887-4047-96BF-A708D5DA0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104047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9AD661-F5C1-4881-A3B6-57B4F305A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8743725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84616B-1A7C-4063-9337-308F78C980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2618881"/>
      </p:ext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E72E0A-7201-4984-8D9F-C4F2634B7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74106655"/>
      </p:ext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F0C87A-436F-4201-B928-4D8950FDE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2398779"/>
      </p:ext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45C062-2808-4277-B558-11048AF3F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0265329"/>
      </p:ext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A843B6-9C2F-4629-A405-F58E6ED2C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7656243"/>
      </p:ext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E10FC1-7118-42E2-B7DC-55DEE6476E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1547766"/>
      </p:ext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8DF847-8253-48A3-A149-80356CAAE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3609620"/>
      </p:ext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3FD1C-5A2D-4090-9DAA-B7098F1BA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2789395"/>
      </p:ext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87150" y="114300"/>
            <a:ext cx="695325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19150"/>
            <a:ext cx="12192000" cy="57150"/>
          </a:xfrm>
          <a:prstGeom prst="rect">
            <a:avLst/>
          </a:prstGeom>
          <a:ln w="9525">
            <a:solidFill>
              <a:srgbClr val="335593"/>
            </a:solidFill>
          </a:ln>
          <a:solidFill>
            <a:srgbClr val="3355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025" y="6286500"/>
            <a:ext cx="2457450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77025"/>
            <a:ext cx="12192000" cy="171450"/>
          </a:xfrm>
          <a:prstGeom prst="rect">
            <a:avLst/>
          </a:prstGeom>
          <a:ln w="9525">
            <a:solidFill>
              <a:srgbClr val="335593"/>
            </a:solidFill>
          </a:ln>
          <a:solidFill>
            <a:srgbClr val="3355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19100" y="9525"/>
            <a:ext cx="11334750" cy="914400"/>
          </a:xfrm>
          <a:prstGeom prst="rect">
            <a:avLst/>
          </a:prstGeom>
          <a:ln>
            <a:noFill/>
          </a:ln>
          <a:noFill/>
        </p:spPr>
        <p:txBody>
          <a:bodyPr wrap="square" rtlCol="0" anchor="ctr"/>
          <a:lstStyle/>
          <a:p>
            <a:pPr algn="l"/>
            <a:r>
              <a:rPr lang="en-US" sz="2800" b="1" dirty="0" u="none" strike="noStrike">
                <a:latin typeface="sans-serif" pitchFamily="34" charset="0"/>
                <a:ea typeface="Calibri" pitchFamily="34" charset="-122"/>
                <a:cs typeface="Calibri" pitchFamily="34" charset="-120"/>
                <a:solidFill>
                  <a:srgbClr val="002060"/>
                </a:solidFill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  <a:p>
            <a:pPr algn="l"/>
            <a:r>
              <a:rPr lang="en-US" sz="2800" b="1" dirty="0" u="none" strike="noStrike">
                <a:latin typeface="sans-serif" pitchFamily="34" charset="0"/>
                <a:ea typeface="Calibri" pitchFamily="34" charset="-122"/>
                <a:cs typeface="Calibri" pitchFamily="34" charset="-120"/>
                <a:solidFill>
                  <a:srgbClr val="002060"/>
                </a:solidFill>
              </a:rPr>
              <a:t/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C65793BE-01ED-460A-B2B2-C83BBB54DA14}"/>
              </a:ext>
            </a:extLst>
          </p:cNvPr>
          <p:cNvSpPr/>
          <p:nvPr/>
        </p:nvSpPr>
        <p:spPr>
          <a:xfrm>
            <a:off x="5600700" y="3429000"/>
            <a:ext cx="38100" cy="38100"/>
          </a:xfrm>
          <a:prstGeom prst="arc">
            <a:avLst/>
          </a:prstGeom>
          <a:noFill/>
          <a:ln w="952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174AB0-47C8-4087-BC0D-0AAA95D81E8D}"/>
              </a:ext>
            </a:extLst>
          </p:cNvPr>
          <p:cNvSpPr txBox="1"/>
          <p:nvPr/>
        </p:nvSpPr>
        <p:spPr>
          <a:xfrm>
            <a:off x="152400" y="1171575"/>
            <a:ext cx="10258425" cy="6381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sz="1800" u="none" strike="noStrike">
                <a:latin typeface="sans-serif"/>
                <a:solidFill>
                  <a:srgbClr val="000000"/>
                </a:solidFill>
              </a:rPr>
              <a:t>• Google ML Crash Course — https://developers.google.com/machine-learning/crash-course</a:t>
            </a:r>
          </a:p>
          <a:p>
            <a:pPr algn="l"/>
            <a:r>
              <a:rPr lang="en-US" sz="1800" u="none" strike="noStrike">
                <a:latin typeface="sans-serif"/>
                <a:solidFill>
                  <a:srgbClr val="000000"/>
                </a:solidFill>
              </a:rPr>
              <a:t>• Scikit-learn Getting Started — https://scikit-learn.org/stable/getting_started.html</a:t>
            </a:r>
          </a:p>
          <a:p>
            <a:pPr algn="l"/>
            <a:r>
              <a:rPr lang="en-US" sz="1200" u="none" strike="noStrike">
                <a:latin typeface="serif"/>
                <a:solidFill>
                  <a:srgbClr val="000000"/>
                </a:solidFill>
              </a:rPr>
              <a:t/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B99498-8171-4699-BA7F-4E0796A7B332}"/>
              </a:ext>
            </a:extLst>
          </p:cNvPr>
          <p:cNvSpPr txBox="1"/>
          <p:nvPr/>
        </p:nvSpPr>
        <p:spPr>
          <a:xfrm>
            <a:off x="152400" y="1704975"/>
            <a:ext cx="8553450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 sz="1800" u="none" strike="noStrike">
                <a:latin typeface="sans-serif"/>
                <a:solidFill>
                  <a:srgbClr val="000000"/>
                </a:solidFill>
              </a:rPr>
              <a:t>• Kaggle – Data Cleaning — https://www.kaggle.com/learn/data-cleaning</a:t>
            </a:r>
            <a:endParaRPr lang="en-IN" dirty="0"/>
          </a:p>
          <a:p>
            <a:pPr algn="l"/>
            <a:r>
              <a:rPr lang="en-US" dirty="0" sz="1200" u="none" strike="noStrike">
                <a:latin typeface="serif"/>
                <a:solidFill>
                  <a:srgbClr val="000000"/>
                </a:solidFill>
              </a:rPr>
              <a:t/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0CDD82-7698-4E5E-8587-222F63772BAF}"/>
              </a:ext>
            </a:extLst>
          </p:cNvPr>
          <p:cNvSpPr txBox="1"/>
          <p:nvPr/>
        </p:nvSpPr>
        <p:spPr>
          <a:xfrm>
            <a:off x="152400" y="1981200"/>
            <a:ext cx="9286875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IN" dirty="0" sz="1800" u="none" strike="noStrike">
                <a:latin typeface="sans-serif"/>
                <a:solidFill>
                  <a:srgbClr val="000000"/>
                </a:solidFill>
              </a:rPr>
              <a:t>• StatQuest – Linear Regression — https://www.youtube.com/watch?v=nk2CQITm_eo</a:t>
            </a:r>
          </a:p>
          <a:p>
            <a:pPr algn="l"/>
            <a:r>
              <a:rPr lang="en-IN" dirty="0" sz="1200" u="none" strike="noStrike">
                <a:latin typeface="serif"/>
                <a:solidFill>
                  <a:srgbClr val="000000"/>
                </a:solidFill>
              </a:rPr>
              <a:t/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244B65-2A90-4530-BE17-972F12276127}"/>
              </a:ext>
            </a:extLst>
          </p:cNvPr>
          <p:cNvSpPr txBox="1"/>
          <p:nvPr/>
        </p:nvSpPr>
        <p:spPr>
          <a:xfrm>
            <a:off x="323850" y="2266950"/>
            <a:ext cx="10258425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 err="1" sz="1800" u="none" strike="noStrike">
                <a:latin typeface="sans-serif"/>
                <a:solidFill>
                  <a:srgbClr val="000000"/>
                </a:solidFill>
              </a:rPr>
              <a:t>Scikit-learn Tree Docs — https://scikit-learn.org/stable/modules/tree.html</a:t>
            </a:r>
            <a:endParaRPr lang="en-IN" dirty="0"/>
          </a:p>
          <a:p>
            <a:pPr algn="l"/>
            <a:r>
              <a:rPr lang="en-US" dirty="0" err="1" sz="1200" u="none" strike="noStrike">
                <a:latin typeface="serif"/>
                <a:solidFill>
                  <a:srgbClr val="000000"/>
                </a:solidFill>
              </a:rPr>
              <a:t/>
            </a:r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48D4B7-F351-40AE-8551-18532C08409F}"/>
              </a:ext>
            </a:extLst>
          </p:cNvPr>
          <p:cNvSpPr/>
          <p:nvPr/>
        </p:nvSpPr>
        <p:spPr>
          <a:xfrm>
            <a:off x="171450" y="2266950"/>
            <a:ext cx="295275" cy="3619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en-IN" dirty="0" sz="1800" u="none" strike="noStrike">
                <a:latin typeface="CIDFont+F1"/>
                <a:solidFill>
                  <a:srgbClr val="1A1A1A"/>
                </a:solidFill>
              </a:rPr>
              <a:t>•</a:t>
            </a:r>
            <a:endParaRPr lang="en-IN" dirty="0"/>
          </a:p>
          <a:p>
            <a:pPr algn="l"/>
            <a:r>
              <a:rPr lang="en-IN" dirty="0" sz="1200" u="none" strike="noStrike">
                <a:latin typeface="CIDFont+F1"/>
                <a:solidFill>
                  <a:srgbClr val="1A1A1A"/>
                </a:solidFill>
              </a:rPr>
              <a:t/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B4056C6-7310-45EE-BB64-1853094BA133}"/>
              </a:ext>
            </a:extLst>
          </p:cNvPr>
          <p:cNvSpPr txBox="1"/>
          <p:nvPr/>
        </p:nvSpPr>
        <p:spPr>
          <a:xfrm>
            <a:off x="171450" y="2562225"/>
            <a:ext cx="9420225" cy="3619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en-US" dirty="0" sz="1800" u="none" strike="noStrike">
                <a:latin typeface="sans-serif"/>
                <a:solidFill>
                  <a:srgbClr val="000000"/>
                </a:solidFill>
              </a:rPr>
              <a:t>• Kaggle – NLP Getting Started — https://www.kaggle.com/competitions/nlp-getting-started</a:t>
            </a:r>
            <a:endParaRPr lang="en-IN" dirty="0"/>
          </a:p>
          <a:p>
            <a:pPr algn="l"/>
            <a:r>
              <a:rPr lang="en-US" dirty="0" sz="1200" u="none" strike="noStrike">
                <a:latin typeface="serif"/>
                <a:solidFill>
                  <a:srgbClr val="000000"/>
                </a:solidFill>
              </a:rPr>
              <a:t/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112</Words>
  <Application>Microsoft Office PowerPoint</Application>
  <PresentationFormat>Widescreen</PresentationFormat>
  <Paragraphs>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CIDFont+F1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user2</dc:creator>
  <cp:lastModifiedBy>user2</cp:lastModifiedBy>
  <cp:revision>8</cp:revision>
  <dcterms:created xsi:type="dcterms:W3CDTF">2026-07-01T13:09:27Z</dcterms:created>
  <dcterms:modified xsi:type="dcterms:W3CDTF">2026-07-01T19:12:27Z</dcterms:modified>
</cp:coreProperties>
</file>